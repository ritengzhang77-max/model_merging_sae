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GemmaScope SAE Layer Localization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Where the model-merging refusal repair lives, 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Earlier result: selected GemmaScope MLP-SAE features over layers 12-20 can repair refusal better than random active features.</a:t>
            </a:r>
          </a:p>
          <a:p>
            <a:pPr>
              <a:defRPr sz="2100"/>
            </a:pPr>
            <a:r>
              <a:t>New question: is the repair concentrated in one small layer band, or distributed across multiple bands?</a:t>
            </a:r>
          </a:p>
          <a:p>
            <a:pPr>
              <a:defRPr sz="2100"/>
            </a:pPr>
            <a:r>
              <a:t>Operation: patch decoded SAE features into the abliterated model at normalized post-feedforward MLP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Bands</a:t>
            </a:r>
          </a:p>
        </p:txBody>
      </p:sp>
      <p:pic>
        <p:nvPicPr>
          <p:cNvPr id="3" name="Picture 2" descr="single_band_full_de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4808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Paired Bands</a:t>
            </a:r>
          </a:p>
        </p:txBody>
      </p:sp>
      <p:pic>
        <p:nvPicPr>
          <p:cNvPr id="3" name="Picture 2" descr="pair_band_top_delta_k2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4808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No 3-layer band is independently sufficient; late layers 18-20 are strongest but still partial.</a:t>
            </a:r>
          </a:p>
          <a:p>
            <a:pPr>
              <a:defRPr sz="2100"/>
            </a:pPr>
            <a:r>
              <a:t>The weak 12-17 result means late layers are necessary.</a:t>
            </a:r>
          </a:p>
          <a:p>
            <a:pPr>
              <a:defRPr sz="2100"/>
            </a:pPr>
            <a:r>
              <a:t>Late-containing six-layer pairs recover much more behavior, but the best pair depends on prompt slice.</a:t>
            </a:r>
          </a:p>
          <a:p>
            <a:pPr>
              <a:defRPr sz="2100"/>
            </a:pPr>
            <a:r>
              <a:t>Current wording: late-dependent multi-layer composition, not a single compact layer module.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Repeat random controls across seeds for all 12-20, 15-20, and 12-14+18-20.</a:t>
            </a:r>
          </a:p>
          <a:p>
            <a:pPr>
              <a:defRPr sz="2100"/>
            </a:pPr>
            <a:r>
              <a:t>Narrow late-containing groups: 15-18, 16-20, 17-20, 15-17+20, and 12-14+18-19.</a:t>
            </a:r>
          </a:p>
          <a:p>
            <a:pPr>
              <a:defRPr sz="2100"/>
            </a:pPr>
            <a:r>
              <a:t>Export feature IDs, activation deltas, and top activating snippets before assigning semantic labels.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stage3/results/GEMMA2_2B_GEMMASCOPE_MLP_SAE_LAYER_GROUP_FINDINGS.md</a:t>
            </a:r>
          </a:p>
          <a:p>
            <a:pPr>
              <a:defRPr sz="2100"/>
            </a:pPr>
            <a:r>
              <a:t>stage3/scripts/run_gemma2_2b_gemmascope_mlp_sae_layer_groups.py</a:t>
            </a:r>
          </a:p>
          <a:p>
            <a:pPr>
              <a:defRPr sz="2100"/>
            </a:pPr>
            <a:r>
              <a:t>stage3/results/gemma2_2b_gemmascope_mlp_sae_layer_groups_eval_4_8_v0/</a:t>
            </a:r>
          </a:p>
          <a:p>
            <a:pPr>
              <a:defRPr sz="2100"/>
            </a:pPr>
            <a:r>
              <a:t>stage3/results/gemma2_2b_gemmascope_mlp_sae_layer_groups_pairs_eval_8_12_v0/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