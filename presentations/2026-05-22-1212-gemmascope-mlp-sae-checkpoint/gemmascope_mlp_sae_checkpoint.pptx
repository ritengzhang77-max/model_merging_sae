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GemmaScope MLP SAE Checkpoint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merging SAE project - 2026-05-22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Can a public sparse basis reproduce a causal model-merging repair, not just describe activations?</a:t>
            </a:r>
          </a:p>
          <a:p>
            <a:pPr>
              <a:defRPr sz="2000"/>
            </a:pPr>
            <a:r>
              <a:t>Target pair: Gemma-2-2B-IT base donor into an abliterated recipient.</a:t>
            </a:r>
          </a:p>
          <a:p>
            <a:pPr>
              <a:defRPr sz="2000"/>
            </a:pPr>
            <a:r>
              <a:t>Behavior gate: restore harmful refusal while preserving benign helpfulness.</a:t>
            </a:r>
          </a:p>
          <a:p>
            <a:pPr>
              <a:defRPr sz="2000"/>
            </a:pPr>
            <a:r>
              <a:t>Important distinction: this is decoded SAE completeness, not yet feature-level explanation.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Causal Target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Harmful 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Benign helpful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Abliterated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post-FF 16-20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post-FF 12-20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200400"/>
            <a:ext cx="108813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The successful activation site is the post-feedforward MLP update, layers 12-20.</a:t>
            </a:r>
          </a:p>
          <a:p>
            <a:pPr>
              <a:defRPr sz="2000"/>
            </a:pPr>
            <a:r>
              <a:t>This aligns the causal target with GemmaScope MLP SAEs.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Sparse-Basis Gate</a:t>
            </a:r>
          </a:p>
        </p:txBody>
      </p:sp>
      <p:pic>
        <p:nvPicPr>
          <p:cNvPr id="3" name="Picture 2" descr="behavior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972800" cy="57856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Positive: GemmaScope MLP-SAE decoded 12-20 patch passes the same behavior gate as full activation patching.</a:t>
            </a:r>
          </a:p>
          <a:p>
            <a:pPr>
              <a:defRPr sz="2000"/>
            </a:pPr>
            <a:r>
              <a:t>Negative control: the corrected layer-16 transcoder is weaker, so MLP SAE is the priority branch.</a:t>
            </a:r>
          </a:p>
          <a:p>
            <a:pPr>
              <a:defRPr sz="2000"/>
            </a:pPr>
            <a:r>
              <a:t>Caveat: top_neuron_k1536 also passes on this small screen, so feature selection is still required for novelty.</a:t>
            </a:r>
          </a:p>
          <a:p>
            <a:pPr>
              <a:defRPr sz="2000"/>
            </a:pPr>
            <a:r>
              <a:t>Scientific move: go from full decoded reconstruction to sparse feature subsets with matched random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Run donor-active and donor-recipient feature-delta patching inside layers 12-20.</a:t>
            </a:r>
          </a:p>
          <a:p>
            <a:pPr>
              <a:defRPr sz="2000"/>
            </a:pPr>
            <a:r>
              <a:t>Compare feature subsets against top-coordinate and random active-feature baselines.</a:t>
            </a:r>
          </a:p>
          <a:p>
            <a:pPr>
              <a:defRPr sz="2000"/>
            </a:pPr>
            <a:r>
              <a:t>Expand to held-out harmful prompts and adversarial benign controls before claiming mechanism.</a:t>
            </a:r>
          </a:p>
          <a:p>
            <a:pPr>
              <a:defRPr sz="2000"/>
            </a:pPr>
            <a:r>
              <a:t>If subsets fail, the honest claim is behavioral completeness without sparse feature-level explanation.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stage2/results/gemma2_2b_dynamic_activation_patch_generation_post_ff/</a:t>
            </a:r>
          </a:p>
          <a:p>
            <a:pPr>
              <a:defRPr sz="2000"/>
            </a:pPr>
            <a:r>
              <a:t>stage3/results/gemma2_2b_gemmascope_mlp_sae_validation_12_20_generation/</a:t>
            </a:r>
          </a:p>
          <a:p>
            <a:pPr>
              <a:defRPr sz="2000"/>
            </a:pPr>
            <a:r>
              <a:t>stage3/scripts/validate_gemma2_2b_gemmascope_mlp_sae.py</a:t>
            </a:r>
          </a:p>
          <a:p>
            <a:pPr>
              <a:defRPr sz="2000"/>
            </a:pPr>
            <a:r>
              <a:t>stage3/results/PROVENANCE.md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