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GemmaScope Single-Feature Causality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Model merging SAE project - 2026-05-22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Checkpoint reason: the L19 tail-band effect now localizes to one SAE feature.</a:t>
            </a:r>
          </a:p>
          <a:p>
            <a:pPr>
              <a:spcAft>
                <a:spcPts val="800"/>
              </a:spcAft>
              <a:defRPr sz="2000"/>
            </a:pPr>
            <a:r>
              <a:t>Feature: layer 19, feature ID 16048, global delta rank 1006.</a:t>
            </a:r>
          </a:p>
          <a:p>
            <a:pPr>
              <a:spcAft>
                <a:spcPts val="800"/>
              </a:spcAft>
              <a:defRPr sz="2000"/>
            </a:pPr>
            <a:r>
              <a:t>Scope: fake-ID prompt recovery on heldout 8:12, conditional on the k896 prefix.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Causal Evidence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234440"/>
          <a:ext cx="107899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Clean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Unsafe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Fake-ID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k896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fail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k896 + feature 16048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pass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k1024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pass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k1024 - feature 16048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fail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k1024 - other singleton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46177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Clean = harmful clean refusal rate over four harmful prompts.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Plot View</a:t>
            </a:r>
          </a:p>
        </p:txBody>
      </p:sp>
      <p:pic>
        <p:nvPicPr>
          <p:cNvPr id="3" name="Picture 2" descr="feature_16048_caus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43000"/>
            <a:ext cx="10241280" cy="50650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Feature Event Audit</a:t>
            </a:r>
          </a:p>
        </p:txBody>
      </p:sp>
      <p:pic>
        <p:nvPicPr>
          <p:cNvPr id="3" name="Picture 2" descr="feature_16048_event_tok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43000"/>
            <a:ext cx="10241280" cy="44760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This is not a standalone refusal module; feature 16048 only works with the broader k896 prefix.</a:t>
            </a:r>
          </a:p>
          <a:p>
            <a:pPr>
              <a:spcAft>
                <a:spcPts val="800"/>
              </a:spcAft>
              <a:defRPr sz="2000"/>
            </a:pPr>
            <a:r>
              <a:t>The feature is not a simple fake-ID semantic detector; its top events are prompt-end/state-like.</a:t>
            </a:r>
          </a:p>
          <a:p>
            <a:pPr>
              <a:spcAft>
                <a:spcPts val="800"/>
              </a:spcAft>
              <a:defRPr sz="2000"/>
            </a:pPr>
            <a:r>
              <a:t>The strongest current claim is response-state refinement at L19, not harmful-content semantics.</a:t>
            </a:r>
          </a:p>
          <a:p>
            <a:pPr>
              <a:spcAft>
                <a:spcPts val="800"/>
              </a:spcAft>
              <a:defRPr sz="2000"/>
            </a:pPr>
            <a:r>
              <a:t>Next: replicate feature 16048 on more prompt slices and test generated-token timing.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