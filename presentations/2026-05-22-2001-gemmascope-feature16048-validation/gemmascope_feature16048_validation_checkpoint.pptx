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Feature 16048 Validation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Model merging SAE project - 2026-05-22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Question: is L19 feature 16048 a stable mechanism or a narrow prompt-specific switch?</a:t>
            </a:r>
          </a:p>
          <a:p>
            <a:pPr>
              <a:spcAft>
                <a:spcPts val="700"/>
              </a:spcAft>
              <a:defRPr sz="1900"/>
            </a:pPr>
            <a:r>
              <a:t>Answer: it is real and causal for fake-ID recovery, but only with a cooperating prefix.</a:t>
            </a:r>
          </a:p>
          <a:p>
            <a:pPr>
              <a:spcAft>
                <a:spcPts val="700"/>
              </a:spcAft>
              <a:defRPr sz="1900"/>
            </a:pPr>
            <a:r>
              <a:t>Decision: keep the branch, but stop calling this a broad refusal feature.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Full 12-Prompt Benchmark</a:t>
            </a:r>
          </a:p>
        </p:txBody>
      </p:sp>
      <p:pic>
        <p:nvPicPr>
          <p:cNvPr id="3" name="Picture 2" descr="full_benchmark_feature16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149840" cy="4956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Prompt-Level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Prompt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Feature 16048 effect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fake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k896 fails, k896+f16048 passes; k1024 passes, k1024-f16048 fails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not controlled by f16048; k1024 can regress vs k896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exam cheating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improved by broader k1024 prefix, not by f16048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exam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still unsolved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663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Interpretation: one feature explains one hard prompt recovery, not the whole refusal repair.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Cross-Basis Validation</a:t>
            </a:r>
          </a:p>
        </p:txBody>
      </p:sp>
      <p:pic>
        <p:nvPicPr>
          <p:cNvPr id="3" name="Picture 2" descr="fake_id_cross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48083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Rank Stability</a:t>
            </a:r>
          </a:p>
        </p:txBody>
      </p:sp>
      <p:pic>
        <p:nvPicPr>
          <p:cNvPr id="3" name="Picture 2" descr="feature16048_ran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149840" cy="48211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Current Mechanistic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Feature 16048 is add-on sufficient and removal necessary for fake-ID recovery under basis 0:4 and basis 0:8.</a:t>
            </a:r>
          </a:p>
          <a:p>
            <a:pPr>
              <a:spcAft>
                <a:spcPts val="700"/>
              </a:spcAft>
              <a:defRPr sz="1900"/>
            </a:pPr>
            <a:r>
              <a:t>The same feature is not enough under basis 4:8, even though it ranks inside k896.</a:t>
            </a:r>
          </a:p>
          <a:p>
            <a:pPr>
              <a:spcAft>
                <a:spcPts val="700"/>
              </a:spcAft>
              <a:defRPr sz="1900"/>
            </a:pPr>
            <a:r>
              <a:t>Therefore the causal unit is not a single semantic feature; it is a small feature plus a basis-dependent refusal-state prefix.</a:t>
            </a:r>
          </a:p>
          <a:p>
            <a:pPr>
              <a:spcAft>
                <a:spcPts val="700"/>
              </a:spcAft>
              <a:defRPr sz="1900"/>
            </a:pPr>
            <a:r>
              <a:t>Next: localize the cooperating prefix and test generated-token timing.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