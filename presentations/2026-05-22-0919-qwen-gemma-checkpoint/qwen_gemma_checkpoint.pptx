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Model Merging SAE Checkpoint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Qwen generated-trace SAE result and Gemma candidate promotion</a:t>
            </a:r>
          </a:p>
          <a:p>
            <a:r>
              <a:t>2026-05-22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Gate: can sparse/transcoder bases explain merge safety loss better than raw/PCA/top-coordinate/module baselines?</a:t>
            </a:r>
          </a:p>
          <a:p>
            <a:pPr>
              <a:defRPr sz="2000"/>
            </a:pPr>
            <a:r>
              <a:t>Qwen: generated-token SAE training changes the family repaired, but does not pass the full v0 gate.</a:t>
            </a:r>
          </a:p>
          <a:p>
            <a:pPr>
              <a:defRPr sz="2000"/>
            </a:pPr>
            <a:r>
              <a:t>Gemma: clean abliterated pair with harmful-specific activation drift and public GemmaScope 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Qwen: Distribution Matters, But Gate Still Fails</a:t>
            </a:r>
          </a:p>
        </p:txBody>
      </p:sp>
      <p:pic>
        <p:nvPicPr>
          <p:cNvPr id="3" name="Picture 2" descr="qwen_generated_trace_harmful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10058400" cy="4777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57607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Generated-token d512 repairs one-time-code and permission-slip; tracking still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Qwen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High SAE EV is not causal completeness.</a:t>
            </a:r>
          </a:p>
          <a:p>
            <a:pPr>
              <a:defRPr sz="2000"/>
            </a:pPr>
            <a:r>
              <a:t>Generated-token rows recover permission-slip, so the distribution mismatch hypothesis was partly real.</a:t>
            </a:r>
          </a:p>
          <a:p>
            <a:pPr>
              <a:defRPr sz="2000"/>
            </a:pPr>
            <a:r>
              <a:t>All-position rows do not fix tracking and can dilute the generated-token permission signal.</a:t>
            </a:r>
          </a:p>
          <a:p>
            <a:pPr>
              <a:defRPr sz="2000"/>
            </a:pPr>
            <a:r>
              <a:t>Next Qwen sparse work should be family-specific or transcoder-style, not wider vanilla SAE.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Candidate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Base: google/gemma-2-2b-it; abliterated: IlyaGusev/gemma-2-2b-it-abliterated.</a:t>
            </a:r>
          </a:p>
          <a:p>
            <a:pPr>
              <a:defRPr sz="2000"/>
            </a:pPr>
            <a:r>
              <a:t>Behavior screen: base harmful clean 1.000, abliterated harmful clean 0.000; both benign helpful 1.000.</a:t>
            </a:r>
          </a:p>
          <a:p>
            <a:pPr>
              <a:defRPr sz="2000"/>
            </a:pPr>
            <a:r>
              <a:t>Architecture matches: Gemma2, 26 layers, hidden 2304, intermediate 9216.</a:t>
            </a:r>
          </a:p>
          <a:p>
            <a:pPr>
              <a:defRPr sz="2000"/>
            </a:pPr>
            <a:r>
              <a:t>Public ecosystem: GemmaScope residual/MLP/attention SAEs plus public transcoders.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RQ0: Harmful-Specific Activation Drift</a:t>
            </a:r>
          </a:p>
        </p:txBody>
      </p:sp>
      <p:pic>
        <p:nvPicPr>
          <p:cNvPr id="3" name="Picture 2" descr="gemma_activation_simi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10058400" cy="4777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57607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Layer 20 cosine: harmful 0.687 vs benign 0.991.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Keep Qwen as the distributed-residual case study.</a:t>
            </a:r>
          </a:p>
          <a:p>
            <a:pPr>
              <a:defRPr sz="2000"/>
            </a:pPr>
            <a:r>
              <a:t>Promote Gemma as the next public SAE/transcoder ecosystem branch.</a:t>
            </a:r>
          </a:p>
          <a:p>
            <a:pPr>
              <a:defRPr sz="2000"/>
            </a:pPr>
            <a:r>
              <a:t>Run Gemma module/activation patching before GemmaScope feature interpretation.</a:t>
            </a:r>
          </a:p>
          <a:p>
            <a:pPr>
              <a:defRPr sz="2000"/>
            </a:pPr>
            <a:r>
              <a:t>Proceed to feature naming only after a sparse/transcoder basis beats or explains honest baselines.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stage3/results/qwen1_5b_residual_sae_generated_full_v0/</a:t>
            </a:r>
          </a:p>
          <a:p>
            <a:pPr>
              <a:defRPr sz="2000"/>
            </a:pPr>
            <a:r>
              <a:t>stage0/results/candidate_screens_gemma2_2b_abliterated_20260522_clean/</a:t>
            </a:r>
          </a:p>
          <a:p>
            <a:pPr>
              <a:defRPr sz="2000"/>
            </a:pPr>
            <a:r>
              <a:t>stage1/results/gemma2_2b_abliterated_rq0/</a:t>
            </a:r>
          </a:p>
          <a:p>
            <a:pPr>
              <a:defRPr sz="2000"/>
            </a:pPr>
            <a:r>
              <a:t>docs/VALUE_ACTION_LESSONS_FOR_MODEL_MERGING.md</a:t>
            </a:r>
          </a:p>
          <a:p>
            <a:pPr>
              <a:defRPr sz="2000"/>
            </a:pPr>
            <a:r>
              <a:t>Pushed commits: 5114edd and 9ebfbd0.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