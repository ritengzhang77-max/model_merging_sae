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GemmaScope Feature-ID Causality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Model merging SAE project - 2026-05-22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Checkpoint reason: position masks found the path; this run localizes one feature band inside it.</a:t>
            </a:r>
          </a:p>
          <a:p>
            <a:pPr>
              <a:spcAft>
                <a:spcPts val="800"/>
              </a:spcAft>
              <a:defRPr sz="2000"/>
            </a:pPr>
            <a:r>
              <a:t>Causal path: assistant/template boundary plus generated-token history.</a:t>
            </a:r>
          </a:p>
          <a:p>
            <a:pPr>
              <a:spcAft>
                <a:spcPts val="800"/>
              </a:spcAft>
              <a:defRPr sz="2000"/>
            </a:pPr>
            <a:r>
              <a:t>Main lead: layer 19 rank897-1024 features explain the k896 to k1024 fake-ID recovery.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Evidence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234440"/>
          <a:ext cx="10789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Condition on 8:12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Clean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Unsafe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Fake-ID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k896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fail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k1024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pass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tail 897-1024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fail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k896 + L19 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pass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k1024 - L19 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fail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k1024 - other single 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4663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Clean = harmful clean refusal rate; unsafe = unsafe continuation 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Causal Pattern</a:t>
            </a:r>
          </a:p>
        </p:txBody>
      </p:sp>
      <p:pic>
        <p:nvPicPr>
          <p:cNvPr id="3" name="Picture 2" descr="l19_tail_caus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2412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What Are The L19 Tail Features?</a:t>
            </a:r>
          </a:p>
        </p:txBody>
      </p:sp>
      <p:pic>
        <p:nvPicPr>
          <p:cNvPr id="3" name="Picture 2" descr="l19_tail_event_tok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058400" cy="44444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Not a tiny standalone refusal module: tail-only bands score 0.00.</a:t>
            </a:r>
          </a:p>
          <a:p>
            <a:pPr>
              <a:spcAft>
                <a:spcPts val="800"/>
              </a:spcAft>
              <a:defRPr sz="2000"/>
            </a:pPr>
            <a:r>
              <a:t>The L19 tail is add-on sufficient and necessary for one hard prompt when the k896 prefix is present.</a:t>
            </a:r>
          </a:p>
          <a:p>
            <a:pPr>
              <a:spcAft>
                <a:spcPts val="800"/>
              </a:spcAft>
              <a:defRPr sz="2000"/>
            </a:pPr>
            <a:r>
              <a:t>Events remain boundary/template dominated, so the likely object is response-state refinement rather than harmful-content semantics.</a:t>
            </a:r>
          </a:p>
          <a:p>
            <a:pPr>
              <a:spcAft>
                <a:spcPts val="800"/>
              </a:spcAft>
              <a:defRPr sz="2000"/>
            </a:pPr>
            <a:r>
              <a:t>Next test: split L19 ranks 897-1024 into smaller blocks and inspect exact feature rows.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