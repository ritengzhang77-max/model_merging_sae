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GemmaScope position-restricted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33271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Model-merging SAE project, 2026-05-22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00200"/>
            <a:ext cx="10789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Question: where must the same selected SAE features be patched to restore refusal?</a:t>
            </a:r>
          </a:p>
          <a:p>
            <a:pPr>
              <a:spcAft>
                <a:spcPts val="900"/>
              </a:spcAft>
              <a:defRPr sz="1800"/>
            </a:pPr>
            <a:r>
              <a:t>Short answer: not content tokens, and not a static assistant boundary alone.</a:t>
            </a:r>
          </a:p>
          <a:p>
            <a:pPr>
              <a:spcAft>
                <a:spcPts val="900"/>
              </a:spcAft>
              <a:defRPr sz="1800"/>
            </a:pPr>
            <a:r>
              <a:t>Best reduced mechanism: assistant boundary seed plus generated-token trajectory maintenance.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Package: presentations/2026-05-22-1644-gemmascope-position-restricted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Why this changes the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417320"/>
            <a:ext cx="10789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Earlier audit: top feature deltas were concentrated on assistant-boundary/template tokens.</a:t>
            </a:r>
          </a:p>
          <a:p>
            <a:pPr>
              <a:spcAft>
                <a:spcPts val="900"/>
              </a:spcAft>
              <a:defRPr sz="1800"/>
            </a:pPr>
            <a:r>
              <a:t>New causal test: boundary-only patching fails, so the audit location alone is not sufficient.</a:t>
            </a:r>
          </a:p>
          <a:p>
            <a:pPr>
              <a:spcAft>
                <a:spcPts val="900"/>
              </a:spcAft>
              <a:defRPr sz="1800"/>
            </a:pPr>
            <a:r>
              <a:t>Generated-token history alone also fails, so rollout maintenance needs a prompt-side seed.</a:t>
            </a:r>
          </a:p>
          <a:p>
            <a:pPr>
              <a:spcAft>
                <a:spcPts val="900"/>
              </a:spcAft>
              <a:defRPr sz="1800"/>
            </a:pPr>
            <a:r>
              <a:t>Content-token conditions remain weak, including content plus generated history.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Same all-token top-delta k1024 features are used across modes.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Heldout 4:8</a:t>
            </a:r>
          </a:p>
        </p:txBody>
      </p:sp>
      <p:pic>
        <p:nvPicPr>
          <p:cNvPr id="3" name="Picture 2" descr="all_12_20_4_8_position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789920" cy="48860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Y-axis: harmful clean refusal rate; benign helpfulness is 1.000 for all rows.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Heldout 8:12</a:t>
            </a:r>
          </a:p>
        </p:txBody>
      </p:sp>
      <p:pic>
        <p:nvPicPr>
          <p:cNvPr id="3" name="Picture 2" descr="all_12_20_8_12_position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789920" cy="48860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Boundary+generated and template+generated match all-position repair on this fold.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417320"/>
            <a:ext cx="10789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Mechanism candidate: an autoregressive refusal-state trajectory.</a:t>
            </a:r>
          </a:p>
          <a:p>
            <a:pPr>
              <a:spcAft>
                <a:spcPts val="900"/>
              </a:spcAft>
              <a:defRPr sz="1800"/>
            </a:pPr>
            <a:r>
              <a:t>Prompt-side seed: assistant/template boundary state, not ordinary harmful-content tokens.</a:t>
            </a:r>
          </a:p>
          <a:p>
            <a:pPr>
              <a:spcAft>
                <a:spcPts val="900"/>
              </a:spcAft>
              <a:defRPr sz="1800"/>
            </a:pPr>
            <a:r>
              <a:t>Rollout maintenance: selected donor-like SAE coordinates must continue on generated-token history.</a:t>
            </a:r>
          </a:p>
          <a:p>
            <a:pPr>
              <a:spcAft>
                <a:spcPts val="900"/>
              </a:spcAft>
              <a:defRPr sz="1800"/>
            </a:pPr>
            <a:r>
              <a:t>Paper framing: model merging can lose a response-state maintenance process, not only a concept feature.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This is stronger than the previous boundary audit because it is causal.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Next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417320"/>
            <a:ext cx="10789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Repeat the same reduced modes at k2048 to check budget sensitivity.</a:t>
            </a:r>
          </a:p>
          <a:p>
            <a:pPr>
              <a:spcAft>
                <a:spcPts val="900"/>
              </a:spcAft>
              <a:defRPr sz="1800"/>
            </a:pPr>
            <a:r>
              <a:t>Audit exact top features that survive boundary+generated repair.</a:t>
            </a:r>
          </a:p>
          <a:p>
            <a:pPr>
              <a:spcAft>
                <a:spcPts val="900"/>
              </a:spcAft>
              <a:defRPr sz="1800"/>
            </a:pPr>
            <a:r>
              <a:t>Patch generated-token history by time step to find whether refusal needs early or sustained maintenance.</a:t>
            </a:r>
          </a:p>
          <a:p>
            <a:pPr>
              <a:spcAft>
                <a:spcPts val="900"/>
              </a:spcAft>
              <a:defRPr sz="1800"/>
            </a:pPr>
            <a:r>
              <a:t>Then move from position causality to feature-ID causality.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Local summary: data/GEMMA2_2B_GEMMASCOPE_MLP_SAE_POSITION_RESTRICTED_SUMMARY.md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