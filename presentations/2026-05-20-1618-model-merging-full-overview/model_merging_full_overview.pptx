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7830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3066BE"/>
                </a:solidFill>
              </a:rPr>
              <a:t>Mechanistic Model Merging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606040"/>
            <a:ext cx="10287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25F6E"/>
                </a:solidFill>
              </a:rPr>
              <a:t>Plain-language overview, project plan, evidence so far, and current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840480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F2D3D"/>
                </a:solidFill>
              </a:rPr>
              <a:t>Gavin + Codex | May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One-Slide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Model merging combines trained model weights or fine-tuning deltas into one model.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Our project asks why merging works or fails mechanistically, not only whether benchmark scores move.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Current case: public Qwen2.5-1.5B abliterated TIES merge loses harmful-refusal behavior.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Main checkpoint: low-rank MLP activation-delta subspace over layers 12-24 repairs the behavior.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Current baseline to beat: PCA rank 64, after strict manual audit.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066BE"/>
                </a:solidFill>
              </a:rPr>
              <a:t>Part 1: What Model Merging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88036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25F6E"/>
                </a:solidFill>
              </a:rPr>
              <a:t>Simple version first, then why it is useful and hard.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What Is Model Merging?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A neural network is a large table of learned numbers: weights.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Merging combines checkpoints or fine-tuning deltas into one new checkpoint.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It happens before inference; it is not model voting or routing at runtime.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The usual practical hope: inherit useful behaviors without full retraining.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The Simplest Formula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Expert = base + task delta.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Merged = base + alpha * math_delta + beta * code_delta + gamma * safety_delta.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This is weight-space editing: we change the model itself.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It works best when models share a base or have aligned internal coordinates.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Merging Is Not Concatenation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rge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78992"/>
            <a:ext cx="10607040" cy="49127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Why People Use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Only checkpoints are available; original training data may be missing, private, or licensed.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Full joint training is too expensive.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One merged model is cheaper to serve than many experts.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Open-source LLM communities use it for math, code, chat, multilingual, and safety variants.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The realistic claim is often: best possible with checkpoints only, not better than ideal full-data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Related Work Anchors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869180"/>
                <a:gridCol w="4869180"/>
              </a:tblGrid>
              <a:tr h="65722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FedAvg, 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average client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checkpoint/update averaging ancestor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SWA, 2018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average training checkpoints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averaging can find wider optima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Model soups, 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average fine-tuned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modern same-base merging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Task Arithmetic, 2023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add/subtract task vectors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delta view of editing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TIES,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trim and resolve signs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interference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DARE, 2024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drop/rescale deltas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delta redundancy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MergeKit,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LLM merge toolkit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practical open-source workflows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Why It Is Hard To Interpret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Good source models may use incompatible internal coordinates.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Deltas can interfere by sign, magnitude, or layer.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A behavior may require detection, policy, wording, coherence, and termination.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A merge can preserve shallow keywords but lose the full mechanism.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This is why mechanistic tests and manual audits matter.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066BE"/>
                </a:solidFill>
              </a:rPr>
              <a:t>Part 2: What This Project Wants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88036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25F6E"/>
                </a:solidFill>
              </a:rPr>
              <a:t>Turn merging from score comparison into mechanistic explanation.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Central Project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When model merging works or fails, can we explain it in terms of identifiable mechanisms?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Mechanisms can mean modules, activation directions, sparse features, or causal pathways.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The goal is not just to make a better merge.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The goal is to understand what was inherited, what was lost, and why.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Project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jec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78992"/>
            <a:ext cx="10607040" cy="33942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Research Questions RQ0-RQ7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738360"/>
              </a:tblGrid>
              <a:tr h="584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RQ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When do simple baselines already explain merging?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RQ1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What predicts merge success before sparse features?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Are inherited capabilities carried by the same modules?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Which modules are necessary and sufficient?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Why are some restored behaviors messy?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RQ5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What is merge interference mechanistically?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Do expert deltas correspond to mechanisms?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RQ7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Are SAE/transcoder features a better basis?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Research Questions RQ8-RQ15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738360"/>
              </a:tblGrid>
              <a:tr h="584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RQ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What feature types exist during merging?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RQ9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Can sparse feature patching recover missing capabilities?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Can mechanism-aware merging outperform naive merging?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RQ11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Does the explanation generalize?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How do merge algorithms differ mechanistically?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RQ13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Can failures be predicted before evaluation?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Does merging create new composition?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RQ15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What should practitioners do differently?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Experimental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869180"/>
                <a:gridCol w="4869180"/>
              </a:tblGrid>
              <a:tr h="65722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strengthen behavior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SmolLM2 taught evaluator caution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basis-validation benchmark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active on Qwen2.5-1.5B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SAE/transcoder training/loading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sparse feature discovery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future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causal feature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future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mechanism-aware merge recipes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future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generalization and paper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D3D"/>
                          </a:solidFill>
                        </a:rPr>
                        <a:t>future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066BE"/>
                </a:solidFill>
              </a:rPr>
              <a:t>Part 3: What We Have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88036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25F6E"/>
                </a:solidFill>
              </a:rPr>
              <a:t>From toy merges to a public Qwen safety-loss case.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Stage 0: Controlled Sandbox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Built MNIST domain experts and SmolLM2-135M synthetic experts.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Tested arithmetic, politeness, and refusal merges.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Confirmed simple merging can compose toy behaviors.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But toy behavior was not enough for a strong LLM mechanism paper.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SmolLM2 Branch: Useful Failure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Refusal-like fragments transferred.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Clean refusal was rare.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Outputs often had repetition, artifacts, contradiction, or unsafe continuation.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Decision: do not spend expensive SAE work there as the main clean-safety case.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Public Merge Screening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Screened Qwen-family public merges.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Many 0.5B candidates were near-copies or behaviorally weak.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Qwen2.5-1.5B gave a stronger public case.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Current pair: Qwen2.5-1.5B-Instruct vs EVA-abliterated-TIES-Qwen2.5-1.5B.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Why The Qwen Pair Is Good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Base refuses harmful prompts.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Abliterated model gives harmful instructions.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Benign helpfulness is mostly preserved.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Prompt-specific activation drift is visible.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This creates a merge-induced safety-loss case study.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066BE"/>
                </a:solidFill>
              </a:rPr>
              <a:t>Part 4: Mechanistic Evidence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88036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25F6E"/>
                </a:solidFill>
              </a:rPr>
              <a:t>Localization, causal repair, then compressed baselines.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RQ1/RQ2: Activation Drift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tivation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78992"/>
            <a:ext cx="10607040" cy="46599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25F6E"/>
                </a:solidFill>
              </a:rPr>
              <a:t>Harmful prompts drift more than benign prompts in mid-to-late layers.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Single Modules Were Not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Target-loss patching pointed to mid-layer MLP/block modules.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But generation validation failed for single modules.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This separated likelihood localization from behavioral sufficiency.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Conclusion: refusal repair is distributed.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RQ3: Broad MLP Range Repairs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ization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78992"/>
            <a:ext cx="10607040" cy="45458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25F6E"/>
                </a:solidFill>
              </a:rPr>
              <a:t>Static MLP replacement needs a broad contiguous range; layers 12-24 are strongest.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Activation Patch Confirms Mechanism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12-24 MLP activation patch closes 0.938 of harmful refusal-target loss gap.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12-21 closes 0.937; 12-19 closes 0.917.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Target-position-only patching closes 0.000.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Repair requires sequence-wide MLP activation propagation.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Dynamic Generation Patch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Run donor/base on current prefix.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Patch donor MLP activations into abliterated recipient during greedy decoding.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12-24 MLP patch restores harmful refusal to 1.000 on 8 harmful prompts.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Benign helpfulness remains 1.000; over-refusal remains 0.000.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066BE"/>
                </a:solidFill>
              </a:rPr>
              <a:t>Part 5: Today's 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88036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25F6E"/>
                </a:solidFill>
              </a:rPr>
              <a:t>PCA rank 64 is the current compressed repair baseline.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RQ0: Simple Bases Before SAE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Tested mean donor-recipient delta direction per layer.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Tested top changed neurons.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Tested harmful-vs-benign refusal direction.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Tested randomized PCA over activation deltas.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Tested matched random projection controls.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Target-Loss Repair: PCA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ca_target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78992"/>
            <a:ext cx="10607040" cy="46599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25F6E"/>
                </a:solidFill>
              </a:rPr>
              <a:t>PCA rank 64 closes 0.955 of the harmful target-loss gap; random rank 64 closes 0.230.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Behavior: Strict Audit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ca_generation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78992"/>
            <a:ext cx="10607040" cy="4287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25F6E"/>
                </a:solidFill>
              </a:rPr>
              <a:t>Automatic scoring over-credits some refusal-prefix answers; strict manual audit keeps PCA rank 64 strongest.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Manual Audit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46120"/>
                <a:gridCol w="3246120"/>
                <a:gridCol w="3246120"/>
              </a:tblGrid>
              <a:tr h="75111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Patch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Auto harmful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Strict harmful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Benign helpful</a:t>
                      </a:r>
                    </a:p>
                  </a:txBody>
                  <a:tcPr>
                    <a:solidFill>
                      <a:srgbClr val="3066BE"/>
                    </a:solidFill>
                  </a:tcPr>
                </a:tc>
              </a:tr>
              <a:tr h="7511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11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abliterated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7511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mean_delta_rank1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0.750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11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pca_rank16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0.625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7511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pca_rank64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11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random_rank64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Current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The abliterated TIES merge appears to lose a low-dimensional MLP refusal-restoration subspace.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The relevant pathway spans layers 12-24 MLP outputs.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Mean-delta rank 1 is a partial minimal repair.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PCA rank 64 is the strongest compressed behavioral repair.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SAE/transcoder features must explain, compress, or improve on this PCA subspace.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What We Should Not Claim Yet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Not a proof that merging is generally safe or unsafe.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Not a full safety benchmark.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Not an SAE result yet.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Not a solved mechanism; PCA rank 64 is a strong baseline, not an explanation by itself.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066BE"/>
                </a:solidFill>
              </a:rPr>
              <a:t>Part 6: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88036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25F6E"/>
                </a:solidFill>
              </a:rPr>
              <a:t>Harden the target, then test sparse features.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Immediate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Fix the harmful-refusal evaluator to detect unsafe continuation after refusal prefixes.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Build held-out harmful and adversarial benign prompt sets.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Revalidate PCA rank 64, mean-delta, full MLP patch, and random controls.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Compare exact/larger-sample PCA to current randomized PCA.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Only then start SAE/transcoder feature experiments.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What SAE Must Beat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Better repair than PCA rank 64 at similar or lower dimensionality.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Interpretable decomposition of the PCA repair into feature groups.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Causal sparse feature patches that recover refusal without unsafe continuation.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Prediction of which merges will preserve or lose refusal before generation tests.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Paper Potential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Current status: continue, do not abandon.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Strengths: public model case, causal repair, strong baseline, clear evaluator caveat.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Main risk: sparse features may not beat PCA or add insight.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If that happens, frame as low-rank activation geometry rather than SAE paper.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Artifact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Package: presentations/2026-05-20-1618-model-merging-full-overview/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PDF: model_merging_full_overview.pdf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PowerPoint: model_merging_full_overview.pptx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Data: copied CSV metrics and manual audit in data/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Figures: generated from copied data in figures/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D3D"/>
                </a:solidFill>
              </a:rPr>
              <a:t>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155680" cy="18288"/>
          </a:xfrm>
          <a:prstGeom prst="rect">
            <a:avLst/>
          </a:prstGeom>
          <a:solidFill>
            <a:srgbClr val="3066BE"/>
          </a:solidFill>
          <a:ln>
            <a:solidFill>
              <a:srgbClr val="3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We now have a credible model-merging interpretability target.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It is a merge-induced refusal failure.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It can be repaired by restoring a low-rank MLP activation-delta subspace.</a:t>
            </a:r>
          </a:p>
          <a:p>
            <a:pPr>
              <a:spcAft>
                <a:spcPts val="700"/>
              </a:spcAft>
              <a:defRPr sz="2200">
                <a:solidFill>
                  <a:srgbClr val="1F2D3D"/>
                </a:solidFill>
              </a:defRPr>
            </a:pPr>
            <a:r>
              <a:t>The next decisive question is whether sparse features explain this better than PCA rank 64.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