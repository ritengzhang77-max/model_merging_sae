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GemmaScope Position/Budget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296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Model merging SAE project - 2026-05-22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Question: where does the sparse repair actually act?</a:t>
            </a:r>
          </a:p>
          <a:p>
            <a:pPr>
              <a:spcAft>
                <a:spcPts val="800"/>
              </a:spcAft>
              <a:defRPr sz="2100"/>
            </a:pPr>
            <a:r>
              <a:t>Result: not harmful-content words alone, not a static boundary token alone.</a:t>
            </a:r>
          </a:p>
          <a:p>
            <a:pPr>
              <a:spcAft>
                <a:spcPts val="800"/>
              </a:spcAft>
              <a:defRPr sz="2100"/>
            </a:pPr>
            <a:r>
              <a:t>Current mechanism: assistant/template state seeded at response start, then maintained through generated-token history.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Plain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Model merging combines model weights or deltas; here the merge damaged refusal behavior.</a:t>
            </a:r>
          </a:p>
          <a:p>
            <a:pPr>
              <a:spcAft>
                <a:spcPts val="800"/>
              </a:spcAft>
              <a:defRPr sz="2100"/>
            </a:pPr>
            <a:r>
              <a:t>SAE features are sparse directions used to reconstruct MLP activations in Gemma-2-2B.</a:t>
            </a:r>
          </a:p>
          <a:p>
            <a:pPr>
              <a:spcAft>
                <a:spcPts val="800"/>
              </a:spcAft>
              <a:defRPr sz="2100"/>
            </a:pPr>
            <a:r>
              <a:t>A patch replaces selected recipient activations with donor-like decoded SAE contributions.</a:t>
            </a:r>
          </a:p>
          <a:p>
            <a:pPr>
              <a:spcAft>
                <a:spcPts val="800"/>
              </a:spcAft>
              <a:defRPr sz="2100"/>
            </a:pPr>
            <a:r>
              <a:t>A position mask asks whether the patch must happen on prompt content, assistant boundary/template tokens, or generated tokens.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Evidence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All 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Boundary+gen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Content+gen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Template+gen</a:t>
                      </a:r>
                    </a:p>
                  </a:txBody>
                  <a:tcPr/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k1024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4:8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1.00 /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0.75 /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0.00 /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0.75 / 0.00</a:t>
                      </a:r>
                    </a:p>
                  </a:txBody>
                  <a:tcPr/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k1024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8:12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0.75 /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0.75 /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0.00 /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0.75 / 0.00</a:t>
                      </a:r>
                    </a:p>
                  </a:txBody>
                  <a:tcPr/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k2048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4:8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1.00 /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0.75 /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0.25 / 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0.75 / 0.00</a:t>
                      </a:r>
                    </a:p>
                  </a:txBody>
                  <a:tcPr/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k2048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8:12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0.75 /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0.75 / 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0.75 / 0.25</a:t>
                      </a:r>
                    </a:p>
                  </a:txBody>
                  <a:tcPr/>
                </a:tc>
              </a:tr>
              <a:tr h="431074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k512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4:8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0.75 /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-</a:t>
                      </a:r>
                    </a:p>
                  </a:txBody>
                  <a:tcPr/>
                </a:tc>
              </a:tr>
              <a:tr h="431076"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k512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8:12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0.50 /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47091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Cells are harmful clean refusal / unsafe continuation.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Plot View</a:t>
            </a:r>
          </a:p>
        </p:txBody>
      </p:sp>
      <p:pic>
        <p:nvPicPr>
          <p:cNvPr id="3" name="Picture 2" descr="position_budget_harmful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10789920" cy="47213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The useful prompt-side seed is template/boundary state, not ordinary harmful-content tokens.</a:t>
            </a:r>
          </a:p>
          <a:p>
            <a:pPr>
              <a:spcAft>
                <a:spcPts val="800"/>
              </a:spcAft>
              <a:defRPr sz="2100"/>
            </a:pPr>
            <a:r>
              <a:t>Generated-token history matters: the repair behaves like trajectory maintenance during rollout.</a:t>
            </a:r>
          </a:p>
          <a:p>
            <a:pPr>
              <a:spcAft>
                <a:spcPts val="800"/>
              </a:spcAft>
              <a:defRPr sz="2100"/>
            </a:pPr>
            <a:r>
              <a:t>k2048 does not rescue content+generated; it adds some repair but also unsafe continuation.</a:t>
            </a:r>
          </a:p>
          <a:p>
            <a:pPr>
              <a:spcAft>
                <a:spcPts val="800"/>
              </a:spcAft>
              <a:defRPr sz="2100"/>
            </a:pPr>
            <a:r>
              <a:t>k512 still works partially, so the causal set is not just an overlarge k1024 accident.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/>
            </a:pPr>
            <a:r>
              <a:t>Move from position masks to feature-ID causality inside boundary/template plus generated-token patching.</a:t>
            </a:r>
          </a:p>
          <a:p>
            <a:pPr>
              <a:spcAft>
                <a:spcPts val="800"/>
              </a:spcAft>
              <a:defRPr sz="2100"/>
            </a:pPr>
            <a:r>
              <a:t>Ablate or isolate top features by layer and by generated-token time slice.</a:t>
            </a:r>
          </a:p>
          <a:p>
            <a:pPr>
              <a:spcAft>
                <a:spcPts val="800"/>
              </a:spcAft>
              <a:defRPr sz="2100"/>
            </a:pPr>
            <a:r>
              <a:t>Goal: identify whether a compact feature bundle carries refusal-state setup and maintenance.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