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3066BE"/>
                </a:solidFill>
              </a:rPr>
              <a:t>Held-out PCA64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</a:rPr>
              <a:t>Model merging refusal repair: strict held-out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2D3D"/>
                </a:solidFill>
              </a:rPr>
              <a:t>May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Why This Checkpoint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The previous result made PCA rank 64 look like the strongest compressed repair.</a:t>
            </a:r>
          </a:p>
          <a:p>
            <a:pPr>
              <a:spcAft>
                <a:spcPts val="800"/>
              </a:spcAft>
              <a:defRPr sz="2200"/>
            </a:pPr>
            <a:r>
              <a:t>We needed held-out harmful prompts and adversarial benign prompts before trusting it.</a:t>
            </a:r>
          </a:p>
          <a:p>
            <a:pPr>
              <a:spcAft>
                <a:spcPts val="800"/>
              </a:spcAft>
              <a:defRPr sz="2200"/>
            </a:pPr>
            <a:r>
              <a:t>The stricter scorer rejects refusal-prefix answers that continue into unsafe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Held-out Result</a:t>
            </a:r>
          </a:p>
        </p:txBody>
      </p:sp>
      <p:pic>
        <p:nvPicPr>
          <p:cNvPr id="3" name="Picture 2" descr="heldout_pat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972800" cy="45349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PCA64 remains a strong non-sparse baseline: 10/12 strict harmful refusals, benign helpfulness 12/12.</a:t>
            </a:r>
          </a:p>
          <a:p>
            <a:pPr>
              <a:spcAft>
                <a:spcPts val="800"/>
              </a:spcAft>
              <a:defRPr sz="2200"/>
            </a:pPr>
            <a:r>
              <a:t>But full 12-24 MLP activation patch gets 12/12 strict harmful refusals.</a:t>
            </a:r>
          </a:p>
          <a:p>
            <a:pPr>
              <a:spcAft>
                <a:spcPts val="800"/>
              </a:spcAft>
              <a:defRPr sz="2200"/>
            </a:pPr>
            <a:r>
              <a:t>More calibration examples did not help PCA64; it dropped to 9/12.</a:t>
            </a:r>
          </a:p>
          <a:p>
            <a:pPr>
              <a:spcAft>
                <a:spcPts val="800"/>
              </a:spcAft>
              <a:defRPr sz="2200"/>
            </a:pPr>
            <a:r>
              <a:t>Therefore PCA64 is not the full repair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Study the residual between full MLP activation patch and PCA64 patch.</a:t>
            </a:r>
          </a:p>
          <a:p>
            <a:pPr>
              <a:spcAft>
                <a:spcPts val="800"/>
              </a:spcAft>
              <a:defRPr sz="2200"/>
            </a:pPr>
            <a:r>
              <a:t>Localize which prompts/layers/directions account for PCA64 failures.</a:t>
            </a:r>
          </a:p>
          <a:p>
            <a:pPr>
              <a:spcAft>
                <a:spcPts val="800"/>
              </a:spcAft>
              <a:defRPr sz="2200"/>
            </a:pPr>
            <a:r>
              <a:t>Use full patch as the behavioral upper bound and PCA64 as the strongest compressed baseline.</a:t>
            </a:r>
          </a:p>
          <a:p>
            <a:pPr>
              <a:spcAft>
                <a:spcPts val="800"/>
              </a:spcAft>
              <a:defRPr sz="2200"/>
            </a:pPr>
            <a:r>
              <a:t>SAE/transcoder work should target the residual mechanism, not just reproduce PCA64.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